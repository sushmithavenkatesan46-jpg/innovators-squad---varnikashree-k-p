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64" r:id="rId8"/>
    <p:sldId id="265" r:id="rId9"/>
    <p:sldId id="259" r:id="rId10"/>
    <p:sldId id="268" r:id="rId11"/>
    <p:sldId id="260" r:id="rId12"/>
    <p:sldId id="261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7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7B86A-DEC1-407C-A1BB-5BF9ACCBCA6A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System Architecture</a:t>
          </a:r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4C8BFA56-3F75-4CAD-90A3-2F214D699322}">
      <dgm:prSet phldrT="[Text]" custT="1"/>
      <dgm:spPr/>
      <dgm:t>
        <a:bodyPr/>
        <a:lstStyle/>
        <a:p>
          <a:r>
            <a:rPr lang="en-IN" sz="3200" dirty="0"/>
            <a:t>Sensors → ESP32 → Cloud Server → Web Dashboard</a:t>
          </a:r>
          <a:endParaRPr lang="en-US" sz="3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A6E3B20-A734-4412-84CF-0134D93D4B28}" type="parTrans" cxnId="{4CD5FCDD-1F8A-43A3-BD77-CBE3B3864C41}">
      <dgm:prSet/>
      <dgm:spPr/>
      <dgm:t>
        <a:bodyPr/>
        <a:lstStyle/>
        <a:p>
          <a:endParaRPr lang="en-US"/>
        </a:p>
      </dgm:t>
    </dgm:pt>
    <dgm:pt modelId="{7B50916F-B8BA-427F-B9F0-A301E54D7FB3}" type="sibTrans" cxnId="{4CD5FCDD-1F8A-43A3-BD77-CBE3B3864C41}">
      <dgm:prSet/>
      <dgm:spPr/>
      <dgm:t>
        <a:bodyPr/>
        <a:lstStyle/>
        <a:p>
          <a:endParaRPr lang="en-US"/>
        </a:p>
      </dgm:t>
    </dgm:pt>
    <dgm:pt modelId="{ABA77F75-8642-4931-8D7E-BE6C6DB9940D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Hardware</a:t>
          </a:r>
        </a:p>
      </dgm:t>
    </dgm:pt>
    <dgm:pt modelId="{FCF9AE1B-B22B-4F91-BFD8-DDBBF762F128}" type="parTrans" cxnId="{D959B3EA-A66A-4B40-901C-93ECD4985A93}">
      <dgm:prSet/>
      <dgm:spPr/>
      <dgm:t>
        <a:bodyPr/>
        <a:lstStyle/>
        <a:p>
          <a:endParaRPr lang="en-US"/>
        </a:p>
      </dgm:t>
    </dgm:pt>
    <dgm:pt modelId="{1A095211-ADB0-42CA-9F24-F1BC942872F3}" type="sibTrans" cxnId="{D959B3EA-A66A-4B40-901C-93ECD4985A93}">
      <dgm:prSet/>
      <dgm:spPr/>
      <dgm:t>
        <a:bodyPr/>
        <a:lstStyle/>
        <a:p>
          <a:endParaRPr lang="en-US"/>
        </a:p>
      </dgm:t>
    </dgm:pt>
    <dgm:pt modelId="{611C3B18-07F8-4A66-9682-97E24AEF6014}">
      <dgm:prSet phldrT="[Text]" custT="1"/>
      <dgm:spPr/>
      <dgm:t>
        <a:bodyPr/>
        <a:lstStyle/>
        <a:p>
          <a:r>
            <a:rPr lang="en-IN" sz="3200" dirty="0"/>
            <a:t>ESP32 / Arduino</a:t>
          </a:r>
          <a:endParaRPr lang="en-US" sz="3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940BF2D-F08A-4150-9A86-173D9242DE8C}" type="parTrans" cxnId="{D5D61B4C-1312-427C-BDCC-013237D8A488}">
      <dgm:prSet/>
      <dgm:spPr/>
      <dgm:t>
        <a:bodyPr/>
        <a:lstStyle/>
        <a:p>
          <a:endParaRPr lang="en-US"/>
        </a:p>
      </dgm:t>
    </dgm:pt>
    <dgm:pt modelId="{477660C6-2B6D-4FB8-B9A3-D555E2082C2A}" type="sibTrans" cxnId="{D5D61B4C-1312-427C-BDCC-013237D8A488}">
      <dgm:prSet/>
      <dgm:spPr/>
      <dgm:t>
        <a:bodyPr/>
        <a:lstStyle/>
        <a:p>
          <a:endParaRPr lang="en-US"/>
        </a:p>
      </dgm:t>
    </dgm:pt>
    <dgm:pt modelId="{DA5DFAD8-E443-4F53-9341-A0903BBBD378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Software</a:t>
          </a:r>
        </a:p>
      </dgm:t>
    </dgm:pt>
    <dgm:pt modelId="{F6012B3B-01B0-4E7C-A363-0177B95D3DD8}" type="parTrans" cxnId="{0073D4C3-F488-4F79-B637-186FAECF6BAD}">
      <dgm:prSet/>
      <dgm:spPr/>
      <dgm:t>
        <a:bodyPr/>
        <a:lstStyle/>
        <a:p>
          <a:endParaRPr lang="en-US"/>
        </a:p>
      </dgm:t>
    </dgm:pt>
    <dgm:pt modelId="{76D9F54E-47B3-4FE0-B465-AD673964072E}" type="sibTrans" cxnId="{0073D4C3-F488-4F79-B637-186FAECF6BAD}">
      <dgm:prSet/>
      <dgm:spPr/>
      <dgm:t>
        <a:bodyPr/>
        <a:lstStyle/>
        <a:p>
          <a:endParaRPr lang="en-US"/>
        </a:p>
      </dgm:t>
    </dgm:pt>
    <dgm:pt modelId="{6EE89B4E-BAED-4A90-B29D-70AF11256801}">
      <dgm:prSet phldrT="[Text]"/>
      <dgm:spPr/>
      <dgm:t>
        <a:bodyPr/>
        <a:lstStyle/>
        <a:p>
          <a:r>
            <a:rPr lang="en-IN" dirty="0"/>
            <a:t>Arduino IDE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9BF20C7-31E5-452B-8EA2-17224A13C7FB}" type="parTrans" cxnId="{CA949A5F-9945-4C59-A233-D70AFFF70BDA}">
      <dgm:prSet/>
      <dgm:spPr/>
      <dgm:t>
        <a:bodyPr/>
        <a:lstStyle/>
        <a:p>
          <a:endParaRPr lang="en-US"/>
        </a:p>
      </dgm:t>
    </dgm:pt>
    <dgm:pt modelId="{E71503C3-CFB7-4144-AD9F-7A42A87A3A6B}" type="sibTrans" cxnId="{CA949A5F-9945-4C59-A233-D70AFFF70BDA}">
      <dgm:prSet/>
      <dgm:spPr/>
      <dgm:t>
        <a:bodyPr/>
        <a:lstStyle/>
        <a:p>
          <a:endParaRPr lang="en-US"/>
        </a:p>
      </dgm:t>
    </dgm:pt>
    <dgm:pt modelId="{5389B829-EBD5-40B4-854F-88CD6889CAD5}">
      <dgm:prSet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US" sz="3200" dirty="0"/>
            <a:t>Data flows securely using IoT protocols.</a:t>
          </a:r>
        </a:p>
      </dgm:t>
    </dgm:pt>
    <dgm:pt modelId="{1C44BFB9-5084-4EDA-8462-B114D66A6EAA}" type="parTrans" cxnId="{72A554A1-4905-4967-9005-D85C95E660D2}">
      <dgm:prSet/>
      <dgm:spPr/>
      <dgm:t>
        <a:bodyPr/>
        <a:lstStyle/>
        <a:p>
          <a:endParaRPr lang="en-IN"/>
        </a:p>
      </dgm:t>
    </dgm:pt>
    <dgm:pt modelId="{91AF67DB-DE17-475E-B269-C3C624235355}" type="sibTrans" cxnId="{72A554A1-4905-4967-9005-D85C95E660D2}">
      <dgm:prSet/>
      <dgm:spPr/>
      <dgm:t>
        <a:bodyPr/>
        <a:lstStyle/>
        <a:p>
          <a:endParaRPr lang="en-IN"/>
        </a:p>
      </dgm:t>
    </dgm:pt>
    <dgm:pt modelId="{8579D2E7-5498-40C5-96B8-ECA7AF1A0D89}">
      <dgm:prSet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IN" sz="3200" dirty="0"/>
            <a:t>Sensors: DHT11, MQ135</a:t>
          </a:r>
        </a:p>
      </dgm:t>
    </dgm:pt>
    <dgm:pt modelId="{13807E08-5178-46E1-9B33-F21FF3606546}" type="parTrans" cxnId="{59745BDD-F13F-4A90-A779-8F8D78024716}">
      <dgm:prSet/>
      <dgm:spPr/>
      <dgm:t>
        <a:bodyPr/>
        <a:lstStyle/>
        <a:p>
          <a:endParaRPr lang="en-IN"/>
        </a:p>
      </dgm:t>
    </dgm:pt>
    <dgm:pt modelId="{A2CEC2E8-404C-4CF4-A098-24CCBB74834C}" type="sibTrans" cxnId="{59745BDD-F13F-4A90-A779-8F8D78024716}">
      <dgm:prSet/>
      <dgm:spPr/>
      <dgm:t>
        <a:bodyPr/>
        <a:lstStyle/>
        <a:p>
          <a:endParaRPr lang="en-IN"/>
        </a:p>
      </dgm:t>
    </dgm:pt>
    <dgm:pt modelId="{CEE06139-76BA-45E7-B19F-B777A42008A3}">
      <dgm:prSet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IN" sz="3200" dirty="0"/>
            <a:t>Power Supply</a:t>
          </a:r>
        </a:p>
      </dgm:t>
    </dgm:pt>
    <dgm:pt modelId="{4D655BF0-B366-4352-A99E-0BE20F1C48B9}" type="parTrans" cxnId="{37F7D5E3-E4A8-4306-BE19-C5DD523E69D9}">
      <dgm:prSet/>
      <dgm:spPr/>
      <dgm:t>
        <a:bodyPr/>
        <a:lstStyle/>
        <a:p>
          <a:endParaRPr lang="en-IN"/>
        </a:p>
      </dgm:t>
    </dgm:pt>
    <dgm:pt modelId="{5A6A4377-572B-4A51-A376-5CD74C959535}" type="sibTrans" cxnId="{37F7D5E3-E4A8-4306-BE19-C5DD523E69D9}">
      <dgm:prSet/>
      <dgm:spPr/>
      <dgm:t>
        <a:bodyPr/>
        <a:lstStyle/>
        <a:p>
          <a:endParaRPr lang="en-IN"/>
        </a:p>
      </dgm:t>
    </dgm:pt>
    <dgm:pt modelId="{A7CF7705-1793-4BD3-89BC-827F5E148E17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IN"/>
            <a:t>Cloud: Firebase / AWS</a:t>
          </a:r>
        </a:p>
      </dgm:t>
    </dgm:pt>
    <dgm:pt modelId="{D74A00DC-607F-4EB6-8B8B-E74427FB4496}" type="parTrans" cxnId="{091AE5BA-E636-48C9-A9CD-3B260DC31B2D}">
      <dgm:prSet/>
      <dgm:spPr/>
      <dgm:t>
        <a:bodyPr/>
        <a:lstStyle/>
        <a:p>
          <a:endParaRPr lang="en-IN"/>
        </a:p>
      </dgm:t>
    </dgm:pt>
    <dgm:pt modelId="{D2122074-9F65-4AD6-B26A-5AF5397B0C1F}" type="sibTrans" cxnId="{091AE5BA-E636-48C9-A9CD-3B260DC31B2D}">
      <dgm:prSet/>
      <dgm:spPr/>
      <dgm:t>
        <a:bodyPr/>
        <a:lstStyle/>
        <a:p>
          <a:endParaRPr lang="en-IN"/>
        </a:p>
      </dgm:t>
    </dgm:pt>
    <dgm:pt modelId="{5437050C-8666-4AC0-8064-7A9E85B9BFDF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IN"/>
            <a:t>Web: HTML, CSS, JavaScript</a:t>
          </a:r>
        </a:p>
      </dgm:t>
    </dgm:pt>
    <dgm:pt modelId="{D47F82D5-1EE4-4B94-9C68-290B6C8BE06B}" type="parTrans" cxnId="{606AC5AD-D75F-4FFF-B59C-F0976C9AD5B3}">
      <dgm:prSet/>
      <dgm:spPr/>
      <dgm:t>
        <a:bodyPr/>
        <a:lstStyle/>
        <a:p>
          <a:endParaRPr lang="en-IN"/>
        </a:p>
      </dgm:t>
    </dgm:pt>
    <dgm:pt modelId="{8F250F99-8910-4AD0-ADF0-ED9F459537D3}" type="sibTrans" cxnId="{606AC5AD-D75F-4FFF-B59C-F0976C9AD5B3}">
      <dgm:prSet/>
      <dgm:spPr/>
      <dgm:t>
        <a:bodyPr/>
        <a:lstStyle/>
        <a:p>
          <a:endParaRPr lang="en-IN"/>
        </a:p>
      </dgm:t>
    </dgm:pt>
    <dgm:pt modelId="{50A36A79-2A10-4585-A904-439DE0BED695}">
      <dgm:prSet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n-IN" dirty="0"/>
            <a:t>Database: Cloud DB</a:t>
          </a:r>
        </a:p>
      </dgm:t>
    </dgm:pt>
    <dgm:pt modelId="{89DDCA78-E50D-4B30-A186-BAE281280907}" type="parTrans" cxnId="{5E083585-60D2-410B-B55A-71847F519EB0}">
      <dgm:prSet/>
      <dgm:spPr/>
      <dgm:t>
        <a:bodyPr/>
        <a:lstStyle/>
        <a:p>
          <a:endParaRPr lang="en-IN"/>
        </a:p>
      </dgm:t>
    </dgm:pt>
    <dgm:pt modelId="{300A31D6-5502-40A4-B3C1-BDB18033CE96}" type="sibTrans" cxnId="{5E083585-60D2-410B-B55A-71847F519EB0}">
      <dgm:prSet/>
      <dgm:spPr/>
      <dgm:t>
        <a:bodyPr/>
        <a:lstStyle/>
        <a:p>
          <a:endParaRPr lang="en-IN"/>
        </a:p>
      </dgm:t>
    </dgm:pt>
    <dgm:pt modelId="{DE3F77CF-6A8C-4783-A2CE-00E88C4199CB}" type="pres">
      <dgm:prSet presAssocID="{CF9FC193-7A05-4631-B681-B56EAB543D38}" presName="Name0" presStyleCnt="0">
        <dgm:presLayoutVars>
          <dgm:dir/>
          <dgm:animLvl val="lvl"/>
          <dgm:resizeHandles val="exact"/>
        </dgm:presLayoutVars>
      </dgm:prSet>
      <dgm:spPr/>
    </dgm:pt>
    <dgm:pt modelId="{4E69B62D-7E76-4E06-9330-583771E53BDE}" type="pres">
      <dgm:prSet presAssocID="{6857B86A-DEC1-407C-A1BB-5BF9ACCBCA6A}" presName="composite" presStyleCnt="0"/>
      <dgm:spPr/>
    </dgm:pt>
    <dgm:pt modelId="{F0C1B2C7-0B23-4FE8-AB0F-5877B88532DB}" type="pres">
      <dgm:prSet presAssocID="{6857B86A-DEC1-407C-A1BB-5BF9ACCBCA6A}" presName="parTx" presStyleLbl="alignNode1" presStyleIdx="0" presStyleCnt="3" custLinFactNeighborX="-430" custLinFactNeighborY="-5486">
        <dgm:presLayoutVars>
          <dgm:chMax val="0"/>
          <dgm:chPref val="0"/>
          <dgm:bulletEnabled val="1"/>
        </dgm:presLayoutVars>
      </dgm:prSet>
      <dgm:spPr/>
    </dgm:pt>
    <dgm:pt modelId="{17CA1487-CDD9-4364-92F6-A11DBDAFE16C}" type="pres">
      <dgm:prSet presAssocID="{6857B86A-DEC1-407C-A1BB-5BF9ACCBCA6A}" presName="desTx" presStyleLbl="alignAccFollowNode1" presStyleIdx="0" presStyleCnt="3">
        <dgm:presLayoutVars>
          <dgm:bulletEnabled val="1"/>
        </dgm:presLayoutVars>
      </dgm:prSet>
      <dgm:spPr/>
    </dgm:pt>
    <dgm:pt modelId="{3FA24A66-31D3-4A69-B628-8BE88627B97D}" type="pres">
      <dgm:prSet presAssocID="{F087F24E-A7D7-4DCE-B2A7-9B941289621A}" presName="space" presStyleCnt="0"/>
      <dgm:spPr/>
    </dgm:pt>
    <dgm:pt modelId="{3B158D6E-E3AA-49BB-988A-758B59ED8F3B}" type="pres">
      <dgm:prSet presAssocID="{ABA77F75-8642-4931-8D7E-BE6C6DB9940D}" presName="composite" presStyleCnt="0"/>
      <dgm:spPr/>
    </dgm:pt>
    <dgm:pt modelId="{055A5EAB-EAE0-4501-8649-31F112FF9AD5}" type="pres">
      <dgm:prSet presAssocID="{ABA77F75-8642-4931-8D7E-BE6C6DB9940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4FD5043-5612-43C5-B6AE-CCD431549399}" type="pres">
      <dgm:prSet presAssocID="{ABA77F75-8642-4931-8D7E-BE6C6DB9940D}" presName="desTx" presStyleLbl="alignAccFollowNode1" presStyleIdx="1" presStyleCnt="3">
        <dgm:presLayoutVars>
          <dgm:bulletEnabled val="1"/>
        </dgm:presLayoutVars>
      </dgm:prSet>
      <dgm:spPr/>
    </dgm:pt>
    <dgm:pt modelId="{3E20F600-AFBC-427F-8295-F096F694BC17}" type="pres">
      <dgm:prSet presAssocID="{1A095211-ADB0-42CA-9F24-F1BC942872F3}" presName="space" presStyleCnt="0"/>
      <dgm:spPr/>
    </dgm:pt>
    <dgm:pt modelId="{173DA3A6-F783-42D4-9ED8-FD330979BCEA}" type="pres">
      <dgm:prSet presAssocID="{DA5DFAD8-E443-4F53-9341-A0903BBBD378}" presName="composite" presStyleCnt="0"/>
      <dgm:spPr/>
    </dgm:pt>
    <dgm:pt modelId="{23D06E36-F688-4B37-8BB8-73015E665B0E}" type="pres">
      <dgm:prSet presAssocID="{DA5DFAD8-E443-4F53-9341-A0903BBBD37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A81ED6A-A7EA-4137-A3DC-D16E79F1B938}" type="pres">
      <dgm:prSet presAssocID="{DA5DFAD8-E443-4F53-9341-A0903BBBD37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6EE57118-9290-40EB-A1EA-20FCEFBE51A8}" type="presOf" srcId="{CEE06139-76BA-45E7-B19F-B777A42008A3}" destId="{E4FD5043-5612-43C5-B6AE-CCD431549399}" srcOrd="0" destOrd="2" presId="urn:microsoft.com/office/officeart/2005/8/layout/hList1"/>
    <dgm:cxn modelId="{19BBF019-5C53-476A-A940-AE3DE2D7DD30}" type="presOf" srcId="{8579D2E7-5498-40C5-96B8-ECA7AF1A0D89}" destId="{E4FD5043-5612-43C5-B6AE-CCD431549399}" srcOrd="0" destOrd="1" presId="urn:microsoft.com/office/officeart/2005/8/layout/hList1"/>
    <dgm:cxn modelId="{CA949A5F-9945-4C59-A233-D70AFFF70BDA}" srcId="{DA5DFAD8-E443-4F53-9341-A0903BBBD378}" destId="{6EE89B4E-BAED-4A90-B29D-70AF11256801}" srcOrd="0" destOrd="0" parTransId="{39BF20C7-31E5-452B-8EA2-17224A13C7FB}" sibTransId="{E71503C3-CFB7-4144-AD9F-7A42A87A3A6B}"/>
    <dgm:cxn modelId="{D5D61B4C-1312-427C-BDCC-013237D8A488}" srcId="{ABA77F75-8642-4931-8D7E-BE6C6DB9940D}" destId="{611C3B18-07F8-4A66-9682-97E24AEF6014}" srcOrd="0" destOrd="0" parTransId="{5940BF2D-F08A-4150-9A86-173D9242DE8C}" sibTransId="{477660C6-2B6D-4FB8-B9A3-D555E2082C2A}"/>
    <dgm:cxn modelId="{F6040A53-2412-41A7-9148-B33F71CA5C17}" type="presOf" srcId="{50A36A79-2A10-4585-A904-439DE0BED695}" destId="{EA81ED6A-A7EA-4137-A3DC-D16E79F1B938}" srcOrd="0" destOrd="3" presId="urn:microsoft.com/office/officeart/2005/8/layout/hList1"/>
    <dgm:cxn modelId="{3DF2AF57-E470-4552-B23D-ED1EA582986A}" type="presOf" srcId="{5389B829-EBD5-40B4-854F-88CD6889CAD5}" destId="{17CA1487-CDD9-4364-92F6-A11DBDAFE16C}" srcOrd="0" destOrd="1" presId="urn:microsoft.com/office/officeart/2005/8/layout/hList1"/>
    <dgm:cxn modelId="{AAECF784-8F1D-4908-B93D-837F49AB8751}" type="presOf" srcId="{CF9FC193-7A05-4631-B681-B56EAB543D38}" destId="{DE3F77CF-6A8C-4783-A2CE-00E88C4199CB}" srcOrd="0" destOrd="0" presId="urn:microsoft.com/office/officeart/2005/8/layout/hList1"/>
    <dgm:cxn modelId="{5E083585-60D2-410B-B55A-71847F519EB0}" srcId="{DA5DFAD8-E443-4F53-9341-A0903BBBD378}" destId="{50A36A79-2A10-4585-A904-439DE0BED695}" srcOrd="3" destOrd="0" parTransId="{89DDCA78-E50D-4B30-A186-BAE281280907}" sibTransId="{300A31D6-5502-40A4-B3C1-BDB18033CE96}"/>
    <dgm:cxn modelId="{2A048A8A-D3E9-4D78-97F5-CDA37AB1D412}" type="presOf" srcId="{DA5DFAD8-E443-4F53-9341-A0903BBBD378}" destId="{23D06E36-F688-4B37-8BB8-73015E665B0E}" srcOrd="0" destOrd="0" presId="urn:microsoft.com/office/officeart/2005/8/layout/hList1"/>
    <dgm:cxn modelId="{72A554A1-4905-4967-9005-D85C95E660D2}" srcId="{6857B86A-DEC1-407C-A1BB-5BF9ACCBCA6A}" destId="{5389B829-EBD5-40B4-854F-88CD6889CAD5}" srcOrd="1" destOrd="0" parTransId="{1C44BFB9-5084-4EDA-8462-B114D66A6EAA}" sibTransId="{91AF67DB-DE17-475E-B269-C3C624235355}"/>
    <dgm:cxn modelId="{4BF1EEA1-6E89-4F91-BAE8-11038685C515}" type="presOf" srcId="{4C8BFA56-3F75-4CAD-90A3-2F214D699322}" destId="{17CA1487-CDD9-4364-92F6-A11DBDAFE16C}" srcOrd="0" destOrd="0" presId="urn:microsoft.com/office/officeart/2005/8/layout/hList1"/>
    <dgm:cxn modelId="{606AC5AD-D75F-4FFF-B59C-F0976C9AD5B3}" srcId="{DA5DFAD8-E443-4F53-9341-A0903BBBD378}" destId="{5437050C-8666-4AC0-8064-7A9E85B9BFDF}" srcOrd="2" destOrd="0" parTransId="{D47F82D5-1EE4-4B94-9C68-290B6C8BE06B}" sibTransId="{8F250F99-8910-4AD0-ADF0-ED9F459537D3}"/>
    <dgm:cxn modelId="{5F12E8B9-000C-441B-B9E7-99ED7A20363B}" type="presOf" srcId="{6857B86A-DEC1-407C-A1BB-5BF9ACCBCA6A}" destId="{F0C1B2C7-0B23-4FE8-AB0F-5877B88532DB}" srcOrd="0" destOrd="0" presId="urn:microsoft.com/office/officeart/2005/8/layout/hList1"/>
    <dgm:cxn modelId="{091AE5BA-E636-48C9-A9CD-3B260DC31B2D}" srcId="{DA5DFAD8-E443-4F53-9341-A0903BBBD378}" destId="{A7CF7705-1793-4BD3-89BC-827F5E148E17}" srcOrd="1" destOrd="0" parTransId="{D74A00DC-607F-4EB6-8B8B-E74427FB4496}" sibTransId="{D2122074-9F65-4AD6-B26A-5AF5397B0C1F}"/>
    <dgm:cxn modelId="{0073D4C3-F488-4F79-B637-186FAECF6BAD}" srcId="{CF9FC193-7A05-4631-B681-B56EAB543D38}" destId="{DA5DFAD8-E443-4F53-9341-A0903BBBD378}" srcOrd="2" destOrd="0" parTransId="{F6012B3B-01B0-4E7C-A363-0177B95D3DD8}" sibTransId="{76D9F54E-47B3-4FE0-B465-AD673964072E}"/>
    <dgm:cxn modelId="{4E21C5D3-FA97-4E62-8CC9-01B68E76021E}" type="presOf" srcId="{ABA77F75-8642-4931-8D7E-BE6C6DB9940D}" destId="{055A5EAB-EAE0-4501-8649-31F112FF9AD5}" srcOrd="0" destOrd="0" presId="urn:microsoft.com/office/officeart/2005/8/layout/hList1"/>
    <dgm:cxn modelId="{59745BDD-F13F-4A90-A779-8F8D78024716}" srcId="{ABA77F75-8642-4931-8D7E-BE6C6DB9940D}" destId="{8579D2E7-5498-40C5-96B8-ECA7AF1A0D89}" srcOrd="1" destOrd="0" parTransId="{13807E08-5178-46E1-9B33-F21FF3606546}" sibTransId="{A2CEC2E8-404C-4CF4-A098-24CCBB74834C}"/>
    <dgm:cxn modelId="{4CD5FCDD-1F8A-43A3-BD77-CBE3B3864C41}" srcId="{6857B86A-DEC1-407C-A1BB-5BF9ACCBCA6A}" destId="{4C8BFA56-3F75-4CAD-90A3-2F214D699322}" srcOrd="0" destOrd="0" parTransId="{9A6E3B20-A734-4412-84CF-0134D93D4B28}" sibTransId="{7B50916F-B8BA-427F-B9F0-A301E54D7FB3}"/>
    <dgm:cxn modelId="{7500D0E3-0669-42FA-9E98-82A15C97A2D0}" type="presOf" srcId="{5437050C-8666-4AC0-8064-7A9E85B9BFDF}" destId="{EA81ED6A-A7EA-4137-A3DC-D16E79F1B938}" srcOrd="0" destOrd="2" presId="urn:microsoft.com/office/officeart/2005/8/layout/hList1"/>
    <dgm:cxn modelId="{37F7D5E3-E4A8-4306-BE19-C5DD523E69D9}" srcId="{ABA77F75-8642-4931-8D7E-BE6C6DB9940D}" destId="{CEE06139-76BA-45E7-B19F-B777A42008A3}" srcOrd="2" destOrd="0" parTransId="{4D655BF0-B366-4352-A99E-0BE20F1C48B9}" sibTransId="{5A6A4377-572B-4A51-A376-5CD74C959535}"/>
    <dgm:cxn modelId="{58D887E9-04DA-4285-827F-DA6F12BD080E}" type="presOf" srcId="{611C3B18-07F8-4A66-9682-97E24AEF6014}" destId="{E4FD5043-5612-43C5-B6AE-CCD431549399}" srcOrd="0" destOrd="0" presId="urn:microsoft.com/office/officeart/2005/8/layout/hList1"/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7DE942FA-43B9-47EB-8166-D35595E57137}" type="presOf" srcId="{A7CF7705-1793-4BD3-89BC-827F5E148E17}" destId="{EA81ED6A-A7EA-4137-A3DC-D16E79F1B938}" srcOrd="0" destOrd="1" presId="urn:microsoft.com/office/officeart/2005/8/layout/hList1"/>
    <dgm:cxn modelId="{765D4AFC-C3A4-4F8B-A000-988DC6C44800}" type="presOf" srcId="{6EE89B4E-BAED-4A90-B29D-70AF11256801}" destId="{EA81ED6A-A7EA-4137-A3DC-D16E79F1B938}" srcOrd="0" destOrd="0" presId="urn:microsoft.com/office/officeart/2005/8/layout/hList1"/>
    <dgm:cxn modelId="{1F4D79B9-0A03-4486-BB92-D4BA991ED70D}" type="presParOf" srcId="{DE3F77CF-6A8C-4783-A2CE-00E88C4199CB}" destId="{4E69B62D-7E76-4E06-9330-583771E53BDE}" srcOrd="0" destOrd="0" presId="urn:microsoft.com/office/officeart/2005/8/layout/hList1"/>
    <dgm:cxn modelId="{EFFE150E-7CB3-4A38-AC57-820444F8E7BA}" type="presParOf" srcId="{4E69B62D-7E76-4E06-9330-583771E53BDE}" destId="{F0C1B2C7-0B23-4FE8-AB0F-5877B88532DB}" srcOrd="0" destOrd="0" presId="urn:microsoft.com/office/officeart/2005/8/layout/hList1"/>
    <dgm:cxn modelId="{332F5817-5A55-4FC1-BA35-DBB23A0AD13C}" type="presParOf" srcId="{4E69B62D-7E76-4E06-9330-583771E53BDE}" destId="{17CA1487-CDD9-4364-92F6-A11DBDAFE16C}" srcOrd="1" destOrd="0" presId="urn:microsoft.com/office/officeart/2005/8/layout/hList1"/>
    <dgm:cxn modelId="{697E9D8E-F51C-4123-B62B-291815C4E7C1}" type="presParOf" srcId="{DE3F77CF-6A8C-4783-A2CE-00E88C4199CB}" destId="{3FA24A66-31D3-4A69-B628-8BE88627B97D}" srcOrd="1" destOrd="0" presId="urn:microsoft.com/office/officeart/2005/8/layout/hList1"/>
    <dgm:cxn modelId="{A09CCE6C-77C7-4B5A-B9DA-7E705F8B286E}" type="presParOf" srcId="{DE3F77CF-6A8C-4783-A2CE-00E88C4199CB}" destId="{3B158D6E-E3AA-49BB-988A-758B59ED8F3B}" srcOrd="2" destOrd="0" presId="urn:microsoft.com/office/officeart/2005/8/layout/hList1"/>
    <dgm:cxn modelId="{817F5423-5421-4F7E-968E-B3D3A624058B}" type="presParOf" srcId="{3B158D6E-E3AA-49BB-988A-758B59ED8F3B}" destId="{055A5EAB-EAE0-4501-8649-31F112FF9AD5}" srcOrd="0" destOrd="0" presId="urn:microsoft.com/office/officeart/2005/8/layout/hList1"/>
    <dgm:cxn modelId="{63113D3E-83F3-4A52-BAD6-246138FEC15C}" type="presParOf" srcId="{3B158D6E-E3AA-49BB-988A-758B59ED8F3B}" destId="{E4FD5043-5612-43C5-B6AE-CCD431549399}" srcOrd="1" destOrd="0" presId="urn:microsoft.com/office/officeart/2005/8/layout/hList1"/>
    <dgm:cxn modelId="{6DF49720-E4F0-4625-B768-1FADCBFE92E0}" type="presParOf" srcId="{DE3F77CF-6A8C-4783-A2CE-00E88C4199CB}" destId="{3E20F600-AFBC-427F-8295-F096F694BC17}" srcOrd="3" destOrd="0" presId="urn:microsoft.com/office/officeart/2005/8/layout/hList1"/>
    <dgm:cxn modelId="{C0F7FF12-72ED-4C65-8A42-67FCEE3903CF}" type="presParOf" srcId="{DE3F77CF-6A8C-4783-A2CE-00E88C4199CB}" destId="{173DA3A6-F783-42D4-9ED8-FD330979BCEA}" srcOrd="4" destOrd="0" presId="urn:microsoft.com/office/officeart/2005/8/layout/hList1"/>
    <dgm:cxn modelId="{67AEDA95-4E81-49EB-9136-C42824BC288A}" type="presParOf" srcId="{173DA3A6-F783-42D4-9ED8-FD330979BCEA}" destId="{23D06E36-F688-4B37-8BB8-73015E665B0E}" srcOrd="0" destOrd="0" presId="urn:microsoft.com/office/officeart/2005/8/layout/hList1"/>
    <dgm:cxn modelId="{190091E1-69E5-482F-89E9-B5A6338D6BCD}" type="presParOf" srcId="{173DA3A6-F783-42D4-9ED8-FD330979BCEA}" destId="{EA81ED6A-A7EA-4137-A3DC-D16E79F1B93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9FC193-7A05-4631-B681-B56EAB543D3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57B86A-DEC1-407C-A1BB-5BF9ACCBCA6A}">
      <dgm:prSet phldrT="[Text]" custT="1"/>
      <dgm:spPr/>
      <dgm:t>
        <a:bodyPr/>
        <a:lstStyle/>
        <a:p>
          <a:pPr algn="l"/>
          <a:r>
            <a:rPr lang="en-US" sz="28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Features</a:t>
          </a:r>
        </a:p>
      </dgm:t>
    </dgm:pt>
    <dgm:pt modelId="{8CA7BF9B-8199-4683-AD57-CB0086659013}" type="parTrans" cxnId="{B12F0503-977A-4B5D-8CB7-420B041FF863}">
      <dgm:prSet/>
      <dgm:spPr/>
      <dgm:t>
        <a:bodyPr/>
        <a:lstStyle/>
        <a:p>
          <a:endParaRPr lang="en-US"/>
        </a:p>
      </dgm:t>
    </dgm:pt>
    <dgm:pt modelId="{F087F24E-A7D7-4DCE-B2A7-9B941289621A}" type="sibTrans" cxnId="{B12F0503-977A-4B5D-8CB7-420B041FF863}">
      <dgm:prSet/>
      <dgm:spPr/>
      <dgm:t>
        <a:bodyPr/>
        <a:lstStyle/>
        <a:p>
          <a:endParaRPr lang="en-US"/>
        </a:p>
      </dgm:t>
    </dgm:pt>
    <dgm:pt modelId="{4C8BFA56-3F75-4CAD-90A3-2F214D699322}">
      <dgm:prSet phldrT="[Text]" custT="1"/>
      <dgm:spPr/>
      <dgm:t>
        <a:bodyPr/>
        <a:lstStyle/>
        <a:p>
          <a:r>
            <a:rPr lang="en-IN" sz="3200" dirty="0"/>
            <a:t>Graphs and charts</a:t>
          </a:r>
          <a:endParaRPr lang="en-US" sz="3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A6E3B20-A734-4412-84CF-0134D93D4B28}" type="parTrans" cxnId="{4CD5FCDD-1F8A-43A3-BD77-CBE3B3864C41}">
      <dgm:prSet/>
      <dgm:spPr/>
      <dgm:t>
        <a:bodyPr/>
        <a:lstStyle/>
        <a:p>
          <a:endParaRPr lang="en-US"/>
        </a:p>
      </dgm:t>
    </dgm:pt>
    <dgm:pt modelId="{7B50916F-B8BA-427F-B9F0-A301E54D7FB3}" type="sibTrans" cxnId="{4CD5FCDD-1F8A-43A3-BD77-CBE3B3864C41}">
      <dgm:prSet/>
      <dgm:spPr/>
      <dgm:t>
        <a:bodyPr/>
        <a:lstStyle/>
        <a:p>
          <a:endParaRPr lang="en-US"/>
        </a:p>
      </dgm:t>
    </dgm:pt>
    <dgm:pt modelId="{ABA77F75-8642-4931-8D7E-BE6C6DB9940D}">
      <dgm:prSet phldrT="[Text]" custT="1"/>
      <dgm:spPr/>
      <dgm:t>
        <a:bodyPr/>
        <a:lstStyle/>
        <a:p>
          <a:pPr algn="l"/>
          <a:r>
            <a:rPr lang="en-US" sz="28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Principle</a:t>
          </a:r>
        </a:p>
      </dgm:t>
    </dgm:pt>
    <dgm:pt modelId="{FCF9AE1B-B22B-4F91-BFD8-DDBBF762F128}" type="parTrans" cxnId="{D959B3EA-A66A-4B40-901C-93ECD4985A93}">
      <dgm:prSet/>
      <dgm:spPr/>
      <dgm:t>
        <a:bodyPr/>
        <a:lstStyle/>
        <a:p>
          <a:endParaRPr lang="en-US"/>
        </a:p>
      </dgm:t>
    </dgm:pt>
    <dgm:pt modelId="{1A095211-ADB0-42CA-9F24-F1BC942872F3}" type="sibTrans" cxnId="{D959B3EA-A66A-4B40-901C-93ECD4985A93}">
      <dgm:prSet/>
      <dgm:spPr/>
      <dgm:t>
        <a:bodyPr/>
        <a:lstStyle/>
        <a:p>
          <a:endParaRPr lang="en-US"/>
        </a:p>
      </dgm:t>
    </dgm:pt>
    <dgm:pt modelId="{611C3B18-07F8-4A66-9682-97E24AEF6014}">
      <dgm:prSet phldrT="[Text]" custT="1"/>
      <dgm:spPr/>
      <dgm:t>
        <a:bodyPr/>
        <a:lstStyle/>
        <a:p>
          <a:r>
            <a:rPr lang="en-IN" sz="2800" dirty="0"/>
            <a:t>Sensors collect data.</a:t>
          </a:r>
          <a:endParaRPr lang="en-US" sz="2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940BF2D-F08A-4150-9A86-173D9242DE8C}" type="parTrans" cxnId="{D5D61B4C-1312-427C-BDCC-013237D8A488}">
      <dgm:prSet/>
      <dgm:spPr/>
      <dgm:t>
        <a:bodyPr/>
        <a:lstStyle/>
        <a:p>
          <a:endParaRPr lang="en-US"/>
        </a:p>
      </dgm:t>
    </dgm:pt>
    <dgm:pt modelId="{477660C6-2B6D-4FB8-B9A3-D555E2082C2A}" type="sibTrans" cxnId="{D5D61B4C-1312-427C-BDCC-013237D8A488}">
      <dgm:prSet/>
      <dgm:spPr/>
      <dgm:t>
        <a:bodyPr/>
        <a:lstStyle/>
        <a:p>
          <a:endParaRPr lang="en-US"/>
        </a:p>
      </dgm:t>
    </dgm:pt>
    <dgm:pt modelId="{DA5DFAD8-E443-4F53-9341-A0903BBBD378}">
      <dgm:prSet phldrT="[Text]" custT="1"/>
      <dgm:spPr/>
      <dgm:t>
        <a:bodyPr/>
        <a:lstStyle/>
        <a:p>
          <a:pPr algn="l"/>
          <a:r>
            <a:rPr lang="en-US" sz="28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Applications</a:t>
          </a:r>
        </a:p>
      </dgm:t>
    </dgm:pt>
    <dgm:pt modelId="{F6012B3B-01B0-4E7C-A363-0177B95D3DD8}" type="parTrans" cxnId="{0073D4C3-F488-4F79-B637-186FAECF6BAD}">
      <dgm:prSet/>
      <dgm:spPr/>
      <dgm:t>
        <a:bodyPr/>
        <a:lstStyle/>
        <a:p>
          <a:endParaRPr lang="en-US"/>
        </a:p>
      </dgm:t>
    </dgm:pt>
    <dgm:pt modelId="{76D9F54E-47B3-4FE0-B465-AD673964072E}" type="sibTrans" cxnId="{0073D4C3-F488-4F79-B637-186FAECF6BAD}">
      <dgm:prSet/>
      <dgm:spPr/>
      <dgm:t>
        <a:bodyPr/>
        <a:lstStyle/>
        <a:p>
          <a:endParaRPr lang="en-US"/>
        </a:p>
      </dgm:t>
    </dgm:pt>
    <dgm:pt modelId="{6EE89B4E-BAED-4A90-B29D-70AF11256801}">
      <dgm:prSet phldrT="[Text]"/>
      <dgm:spPr/>
      <dgm:t>
        <a:bodyPr/>
        <a:lstStyle/>
        <a:p>
          <a:r>
            <a:rPr lang="en-IN" dirty="0"/>
            <a:t>Air quality monitoring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9BF20C7-31E5-452B-8EA2-17224A13C7FB}" type="parTrans" cxnId="{CA949A5F-9945-4C59-A233-D70AFFF70BDA}">
      <dgm:prSet/>
      <dgm:spPr/>
      <dgm:t>
        <a:bodyPr/>
        <a:lstStyle/>
        <a:p>
          <a:endParaRPr lang="en-US"/>
        </a:p>
      </dgm:t>
    </dgm:pt>
    <dgm:pt modelId="{E71503C3-CFB7-4144-AD9F-7A42A87A3A6B}" type="sibTrans" cxnId="{CA949A5F-9945-4C59-A233-D70AFFF70BDA}">
      <dgm:prSet/>
      <dgm:spPr/>
      <dgm:t>
        <a:bodyPr/>
        <a:lstStyle/>
        <a:p>
          <a:endParaRPr lang="en-US"/>
        </a:p>
      </dgm:t>
    </dgm:pt>
    <dgm:pt modelId="{B0EAD205-4452-44EB-AB55-01F508A49BE0}">
      <dgm:prSet custT="1"/>
      <dgm:spPr/>
      <dgm:t>
        <a:bodyPr/>
        <a:lstStyle/>
        <a:p>
          <a:r>
            <a:rPr lang="en-IN" sz="3200" dirty="0"/>
            <a:t>Real-time updates</a:t>
          </a:r>
        </a:p>
      </dgm:t>
    </dgm:pt>
    <dgm:pt modelId="{05375F1E-398F-474F-BB18-57C62EEE08FF}" type="parTrans" cxnId="{CFFC17F6-F888-42C9-A4B1-BA1073426C02}">
      <dgm:prSet/>
      <dgm:spPr/>
      <dgm:t>
        <a:bodyPr/>
        <a:lstStyle/>
        <a:p>
          <a:endParaRPr lang="en-IN"/>
        </a:p>
      </dgm:t>
    </dgm:pt>
    <dgm:pt modelId="{9D95FF34-FB7F-458F-B1AC-102133CB902D}" type="sibTrans" cxnId="{CFFC17F6-F888-42C9-A4B1-BA1073426C02}">
      <dgm:prSet/>
      <dgm:spPr/>
      <dgm:t>
        <a:bodyPr/>
        <a:lstStyle/>
        <a:p>
          <a:endParaRPr lang="en-IN"/>
        </a:p>
      </dgm:t>
    </dgm:pt>
    <dgm:pt modelId="{E67DB229-B252-4F08-AE34-2DC217BD32F9}">
      <dgm:prSet custT="1"/>
      <dgm:spPr/>
      <dgm:t>
        <a:bodyPr/>
        <a:lstStyle/>
        <a:p>
          <a:r>
            <a:rPr lang="en-IN" sz="3200" dirty="0"/>
            <a:t>Alert system</a:t>
          </a:r>
        </a:p>
      </dgm:t>
    </dgm:pt>
    <dgm:pt modelId="{06C79F19-38C2-41A7-9551-BB2361CD7E41}" type="parTrans" cxnId="{6603D549-E29A-4302-90F5-65B0EDC9CA6E}">
      <dgm:prSet/>
      <dgm:spPr/>
      <dgm:t>
        <a:bodyPr/>
        <a:lstStyle/>
        <a:p>
          <a:endParaRPr lang="en-IN"/>
        </a:p>
      </dgm:t>
    </dgm:pt>
    <dgm:pt modelId="{EC439C63-42FD-43B4-A85F-585E59F88587}" type="sibTrans" cxnId="{6603D549-E29A-4302-90F5-65B0EDC9CA6E}">
      <dgm:prSet/>
      <dgm:spPr/>
      <dgm:t>
        <a:bodyPr/>
        <a:lstStyle/>
        <a:p>
          <a:endParaRPr lang="en-IN"/>
        </a:p>
      </dgm:t>
    </dgm:pt>
    <dgm:pt modelId="{A6DBFEBA-64E5-4CC9-ABBA-ADEE4968D163}">
      <dgm:prSet custT="1"/>
      <dgm:spPr/>
      <dgm:t>
        <a:bodyPr/>
        <a:lstStyle/>
        <a:p>
          <a:r>
            <a:rPr lang="en-IN" sz="3200" dirty="0"/>
            <a:t>User authentication</a:t>
          </a:r>
        </a:p>
      </dgm:t>
    </dgm:pt>
    <dgm:pt modelId="{34955137-DF30-41DB-833A-9B0CE6A4CEF6}" type="parTrans" cxnId="{B329D530-E576-4E1D-AA41-60D7FE3DD1CE}">
      <dgm:prSet/>
      <dgm:spPr/>
      <dgm:t>
        <a:bodyPr/>
        <a:lstStyle/>
        <a:p>
          <a:endParaRPr lang="en-IN"/>
        </a:p>
      </dgm:t>
    </dgm:pt>
    <dgm:pt modelId="{9475116F-8429-4257-965B-B99AFE514525}" type="sibTrans" cxnId="{B329D530-E576-4E1D-AA41-60D7FE3DD1CE}">
      <dgm:prSet/>
      <dgm:spPr/>
      <dgm:t>
        <a:bodyPr/>
        <a:lstStyle/>
        <a:p>
          <a:endParaRPr lang="en-IN"/>
        </a:p>
      </dgm:t>
    </dgm:pt>
    <dgm:pt modelId="{E2BB9801-BEE3-4D0C-AC44-C36FCAC708B9}">
      <dgm:prSet custT="1"/>
      <dgm:spPr/>
      <dgm:t>
        <a:bodyPr/>
        <a:lstStyle/>
        <a:p>
          <a:r>
            <a:rPr lang="en-IN" sz="2800" dirty="0"/>
            <a:t>Data sent to cloud via Wi-Fi.</a:t>
          </a:r>
        </a:p>
      </dgm:t>
    </dgm:pt>
    <dgm:pt modelId="{61C0D31E-B199-46CA-A25A-64F16B171829}" type="parTrans" cxnId="{80D6B14D-6C84-4094-8FC3-F99DE88F1423}">
      <dgm:prSet/>
      <dgm:spPr/>
      <dgm:t>
        <a:bodyPr/>
        <a:lstStyle/>
        <a:p>
          <a:endParaRPr lang="en-IN"/>
        </a:p>
      </dgm:t>
    </dgm:pt>
    <dgm:pt modelId="{419F19F8-338E-431B-BA24-7BC43E92E5D5}" type="sibTrans" cxnId="{80D6B14D-6C84-4094-8FC3-F99DE88F1423}">
      <dgm:prSet/>
      <dgm:spPr/>
      <dgm:t>
        <a:bodyPr/>
        <a:lstStyle/>
        <a:p>
          <a:endParaRPr lang="en-IN"/>
        </a:p>
      </dgm:t>
    </dgm:pt>
    <dgm:pt modelId="{23E0A536-4991-4714-A018-688425F73767}">
      <dgm:prSet custT="1"/>
      <dgm:spPr/>
      <dgm:t>
        <a:bodyPr/>
        <a:lstStyle/>
        <a:p>
          <a:r>
            <a:rPr lang="en-IN" sz="2800" dirty="0"/>
            <a:t>Dashboard displays live data.</a:t>
          </a:r>
        </a:p>
      </dgm:t>
    </dgm:pt>
    <dgm:pt modelId="{AAE1CE08-CE71-40CC-8A82-401B41308ED5}" type="parTrans" cxnId="{10A631AD-EB36-40F0-BD2E-A0EBBD45C959}">
      <dgm:prSet/>
      <dgm:spPr/>
      <dgm:t>
        <a:bodyPr/>
        <a:lstStyle/>
        <a:p>
          <a:endParaRPr lang="en-IN"/>
        </a:p>
      </dgm:t>
    </dgm:pt>
    <dgm:pt modelId="{2F9EFFCE-D9DF-4912-AA7D-289D8D292EE5}" type="sibTrans" cxnId="{10A631AD-EB36-40F0-BD2E-A0EBBD45C959}">
      <dgm:prSet/>
      <dgm:spPr/>
      <dgm:t>
        <a:bodyPr/>
        <a:lstStyle/>
        <a:p>
          <a:endParaRPr lang="en-IN"/>
        </a:p>
      </dgm:t>
    </dgm:pt>
    <dgm:pt modelId="{4F0A9CBB-7633-4926-B9D8-8EDBA245E2C8}">
      <dgm:prSet/>
      <dgm:spPr/>
      <dgm:t>
        <a:bodyPr/>
        <a:lstStyle/>
        <a:p>
          <a:r>
            <a:rPr lang="en-IN"/>
            <a:t>Smart parking</a:t>
          </a:r>
        </a:p>
      </dgm:t>
    </dgm:pt>
    <dgm:pt modelId="{FD99C082-9BAB-4032-A233-FEF6F62527DB}" type="parTrans" cxnId="{77EECF54-D900-4821-B415-B1394718B963}">
      <dgm:prSet/>
      <dgm:spPr/>
      <dgm:t>
        <a:bodyPr/>
        <a:lstStyle/>
        <a:p>
          <a:endParaRPr lang="en-IN"/>
        </a:p>
      </dgm:t>
    </dgm:pt>
    <dgm:pt modelId="{4566F00B-B33C-419B-A9EA-91D22F4DC596}" type="sibTrans" cxnId="{77EECF54-D900-4821-B415-B1394718B963}">
      <dgm:prSet/>
      <dgm:spPr/>
      <dgm:t>
        <a:bodyPr/>
        <a:lstStyle/>
        <a:p>
          <a:endParaRPr lang="en-IN"/>
        </a:p>
      </dgm:t>
    </dgm:pt>
    <dgm:pt modelId="{F997DC63-82E2-4E7D-9857-48AB67F39B58}">
      <dgm:prSet/>
      <dgm:spPr/>
      <dgm:t>
        <a:bodyPr/>
        <a:lstStyle/>
        <a:p>
          <a:r>
            <a:rPr lang="en-IN"/>
            <a:t>Waste management</a:t>
          </a:r>
        </a:p>
      </dgm:t>
    </dgm:pt>
    <dgm:pt modelId="{3934E7F6-307A-4E85-ADD5-1C5A907C8478}" type="parTrans" cxnId="{FAEFC44B-4FC6-435F-8243-9C0D3D048637}">
      <dgm:prSet/>
      <dgm:spPr/>
      <dgm:t>
        <a:bodyPr/>
        <a:lstStyle/>
        <a:p>
          <a:endParaRPr lang="en-IN"/>
        </a:p>
      </dgm:t>
    </dgm:pt>
    <dgm:pt modelId="{F06AC320-0CF0-4251-8B4C-FA9D3660F9AC}" type="sibTrans" cxnId="{FAEFC44B-4FC6-435F-8243-9C0D3D048637}">
      <dgm:prSet/>
      <dgm:spPr/>
      <dgm:t>
        <a:bodyPr/>
        <a:lstStyle/>
        <a:p>
          <a:endParaRPr lang="en-IN"/>
        </a:p>
      </dgm:t>
    </dgm:pt>
    <dgm:pt modelId="{56291830-B830-4B6E-BBAA-170A8E49406D}">
      <dgm:prSet/>
      <dgm:spPr/>
      <dgm:t>
        <a:bodyPr/>
        <a:lstStyle/>
        <a:p>
          <a:r>
            <a:rPr lang="en-IN" dirty="0"/>
            <a:t>Traffic control</a:t>
          </a:r>
        </a:p>
      </dgm:t>
    </dgm:pt>
    <dgm:pt modelId="{9CB0C5BF-8531-4C42-96C5-6EC000302CB8}" type="parTrans" cxnId="{1729BE8C-E549-4486-BF20-CAB8911DA39D}">
      <dgm:prSet/>
      <dgm:spPr/>
      <dgm:t>
        <a:bodyPr/>
        <a:lstStyle/>
        <a:p>
          <a:endParaRPr lang="en-IN"/>
        </a:p>
      </dgm:t>
    </dgm:pt>
    <dgm:pt modelId="{2ABE8774-5EAC-4F83-A39E-D4712513DF68}" type="sibTrans" cxnId="{1729BE8C-E549-4486-BF20-CAB8911DA39D}">
      <dgm:prSet/>
      <dgm:spPr/>
      <dgm:t>
        <a:bodyPr/>
        <a:lstStyle/>
        <a:p>
          <a:endParaRPr lang="en-IN"/>
        </a:p>
      </dgm:t>
    </dgm:pt>
    <dgm:pt modelId="{DE3F77CF-6A8C-4783-A2CE-00E88C4199CB}" type="pres">
      <dgm:prSet presAssocID="{CF9FC193-7A05-4631-B681-B56EAB543D38}" presName="Name0" presStyleCnt="0">
        <dgm:presLayoutVars>
          <dgm:dir/>
          <dgm:animLvl val="lvl"/>
          <dgm:resizeHandles val="exact"/>
        </dgm:presLayoutVars>
      </dgm:prSet>
      <dgm:spPr/>
    </dgm:pt>
    <dgm:pt modelId="{4E69B62D-7E76-4E06-9330-583771E53BDE}" type="pres">
      <dgm:prSet presAssocID="{6857B86A-DEC1-407C-A1BB-5BF9ACCBCA6A}" presName="composite" presStyleCnt="0"/>
      <dgm:spPr/>
    </dgm:pt>
    <dgm:pt modelId="{F0C1B2C7-0B23-4FE8-AB0F-5877B88532DB}" type="pres">
      <dgm:prSet presAssocID="{6857B86A-DEC1-407C-A1BB-5BF9ACCBCA6A}" presName="parTx" presStyleLbl="alignNode1" presStyleIdx="0" presStyleCnt="3" custLinFactNeighborX="-430" custLinFactNeighborY="-5486">
        <dgm:presLayoutVars>
          <dgm:chMax val="0"/>
          <dgm:chPref val="0"/>
          <dgm:bulletEnabled val="1"/>
        </dgm:presLayoutVars>
      </dgm:prSet>
      <dgm:spPr/>
    </dgm:pt>
    <dgm:pt modelId="{17CA1487-CDD9-4364-92F6-A11DBDAFE16C}" type="pres">
      <dgm:prSet presAssocID="{6857B86A-DEC1-407C-A1BB-5BF9ACCBCA6A}" presName="desTx" presStyleLbl="alignAccFollowNode1" presStyleIdx="0" presStyleCnt="3">
        <dgm:presLayoutVars>
          <dgm:bulletEnabled val="1"/>
        </dgm:presLayoutVars>
      </dgm:prSet>
      <dgm:spPr/>
    </dgm:pt>
    <dgm:pt modelId="{3FA24A66-31D3-4A69-B628-8BE88627B97D}" type="pres">
      <dgm:prSet presAssocID="{F087F24E-A7D7-4DCE-B2A7-9B941289621A}" presName="space" presStyleCnt="0"/>
      <dgm:spPr/>
    </dgm:pt>
    <dgm:pt modelId="{3B158D6E-E3AA-49BB-988A-758B59ED8F3B}" type="pres">
      <dgm:prSet presAssocID="{ABA77F75-8642-4931-8D7E-BE6C6DB9940D}" presName="composite" presStyleCnt="0"/>
      <dgm:spPr/>
    </dgm:pt>
    <dgm:pt modelId="{055A5EAB-EAE0-4501-8649-31F112FF9AD5}" type="pres">
      <dgm:prSet presAssocID="{ABA77F75-8642-4931-8D7E-BE6C6DB9940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4FD5043-5612-43C5-B6AE-CCD431549399}" type="pres">
      <dgm:prSet presAssocID="{ABA77F75-8642-4931-8D7E-BE6C6DB9940D}" presName="desTx" presStyleLbl="alignAccFollowNode1" presStyleIdx="1" presStyleCnt="3">
        <dgm:presLayoutVars>
          <dgm:bulletEnabled val="1"/>
        </dgm:presLayoutVars>
      </dgm:prSet>
      <dgm:spPr/>
    </dgm:pt>
    <dgm:pt modelId="{3E20F600-AFBC-427F-8295-F096F694BC17}" type="pres">
      <dgm:prSet presAssocID="{1A095211-ADB0-42CA-9F24-F1BC942872F3}" presName="space" presStyleCnt="0"/>
      <dgm:spPr/>
    </dgm:pt>
    <dgm:pt modelId="{173DA3A6-F783-42D4-9ED8-FD330979BCEA}" type="pres">
      <dgm:prSet presAssocID="{DA5DFAD8-E443-4F53-9341-A0903BBBD378}" presName="composite" presStyleCnt="0"/>
      <dgm:spPr/>
    </dgm:pt>
    <dgm:pt modelId="{23D06E36-F688-4B37-8BB8-73015E665B0E}" type="pres">
      <dgm:prSet presAssocID="{DA5DFAD8-E443-4F53-9341-A0903BBBD37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A81ED6A-A7EA-4137-A3DC-D16E79F1B938}" type="pres">
      <dgm:prSet presAssocID="{DA5DFAD8-E443-4F53-9341-A0903BBBD37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5FD0001-0EB4-4599-8197-46499936153A}" type="presOf" srcId="{E67DB229-B252-4F08-AE34-2DC217BD32F9}" destId="{17CA1487-CDD9-4364-92F6-A11DBDAFE16C}" srcOrd="0" destOrd="2" presId="urn:microsoft.com/office/officeart/2005/8/layout/hList1"/>
    <dgm:cxn modelId="{3801D502-60B5-4F61-B2ED-CC2F5362779B}" type="presOf" srcId="{E2BB9801-BEE3-4D0C-AC44-C36FCAC708B9}" destId="{E4FD5043-5612-43C5-B6AE-CCD431549399}" srcOrd="0" destOrd="1" presId="urn:microsoft.com/office/officeart/2005/8/layout/hList1"/>
    <dgm:cxn modelId="{B12F0503-977A-4B5D-8CB7-420B041FF863}" srcId="{CF9FC193-7A05-4631-B681-B56EAB543D38}" destId="{6857B86A-DEC1-407C-A1BB-5BF9ACCBCA6A}" srcOrd="0" destOrd="0" parTransId="{8CA7BF9B-8199-4683-AD57-CB0086659013}" sibTransId="{F087F24E-A7D7-4DCE-B2A7-9B941289621A}"/>
    <dgm:cxn modelId="{B329D530-E576-4E1D-AA41-60D7FE3DD1CE}" srcId="{6857B86A-DEC1-407C-A1BB-5BF9ACCBCA6A}" destId="{A6DBFEBA-64E5-4CC9-ABBA-ADEE4968D163}" srcOrd="3" destOrd="0" parTransId="{34955137-DF30-41DB-833A-9B0CE6A4CEF6}" sibTransId="{9475116F-8429-4257-965B-B99AFE514525}"/>
    <dgm:cxn modelId="{CA949A5F-9945-4C59-A233-D70AFFF70BDA}" srcId="{DA5DFAD8-E443-4F53-9341-A0903BBBD378}" destId="{6EE89B4E-BAED-4A90-B29D-70AF11256801}" srcOrd="0" destOrd="0" parTransId="{39BF20C7-31E5-452B-8EA2-17224A13C7FB}" sibTransId="{E71503C3-CFB7-4144-AD9F-7A42A87A3A6B}"/>
    <dgm:cxn modelId="{E00BCF60-E177-4907-8260-4E8AA4A38D23}" type="presOf" srcId="{B0EAD205-4452-44EB-AB55-01F508A49BE0}" destId="{17CA1487-CDD9-4364-92F6-A11DBDAFE16C}" srcOrd="0" destOrd="1" presId="urn:microsoft.com/office/officeart/2005/8/layout/hList1"/>
    <dgm:cxn modelId="{6603D549-E29A-4302-90F5-65B0EDC9CA6E}" srcId="{6857B86A-DEC1-407C-A1BB-5BF9ACCBCA6A}" destId="{E67DB229-B252-4F08-AE34-2DC217BD32F9}" srcOrd="2" destOrd="0" parTransId="{06C79F19-38C2-41A7-9551-BB2361CD7E41}" sibTransId="{EC439C63-42FD-43B4-A85F-585E59F88587}"/>
    <dgm:cxn modelId="{FAEFC44B-4FC6-435F-8243-9C0D3D048637}" srcId="{DA5DFAD8-E443-4F53-9341-A0903BBBD378}" destId="{F997DC63-82E2-4E7D-9857-48AB67F39B58}" srcOrd="2" destOrd="0" parTransId="{3934E7F6-307A-4E85-ADD5-1C5A907C8478}" sibTransId="{F06AC320-0CF0-4251-8B4C-FA9D3660F9AC}"/>
    <dgm:cxn modelId="{D5D61B4C-1312-427C-BDCC-013237D8A488}" srcId="{ABA77F75-8642-4931-8D7E-BE6C6DB9940D}" destId="{611C3B18-07F8-4A66-9682-97E24AEF6014}" srcOrd="0" destOrd="0" parTransId="{5940BF2D-F08A-4150-9A86-173D9242DE8C}" sibTransId="{477660C6-2B6D-4FB8-B9A3-D555E2082C2A}"/>
    <dgm:cxn modelId="{80D6B14D-6C84-4094-8FC3-F99DE88F1423}" srcId="{ABA77F75-8642-4931-8D7E-BE6C6DB9940D}" destId="{E2BB9801-BEE3-4D0C-AC44-C36FCAC708B9}" srcOrd="1" destOrd="0" parTransId="{61C0D31E-B199-46CA-A25A-64F16B171829}" sibTransId="{419F19F8-338E-431B-BA24-7BC43E92E5D5}"/>
    <dgm:cxn modelId="{77EECF54-D900-4821-B415-B1394718B963}" srcId="{DA5DFAD8-E443-4F53-9341-A0903BBBD378}" destId="{4F0A9CBB-7633-4926-B9D8-8EDBA245E2C8}" srcOrd="1" destOrd="0" parTransId="{FD99C082-9BAB-4032-A233-FEF6F62527DB}" sibTransId="{4566F00B-B33C-419B-A9EA-91D22F4DC596}"/>
    <dgm:cxn modelId="{F8DED87B-DA01-4653-854D-1D02F8B133D9}" type="presOf" srcId="{4F0A9CBB-7633-4926-B9D8-8EDBA245E2C8}" destId="{EA81ED6A-A7EA-4137-A3DC-D16E79F1B938}" srcOrd="0" destOrd="1" presId="urn:microsoft.com/office/officeart/2005/8/layout/hList1"/>
    <dgm:cxn modelId="{AAECF784-8F1D-4908-B93D-837F49AB8751}" type="presOf" srcId="{CF9FC193-7A05-4631-B681-B56EAB543D38}" destId="{DE3F77CF-6A8C-4783-A2CE-00E88C4199CB}" srcOrd="0" destOrd="0" presId="urn:microsoft.com/office/officeart/2005/8/layout/hList1"/>
    <dgm:cxn modelId="{2A048A8A-D3E9-4D78-97F5-CDA37AB1D412}" type="presOf" srcId="{DA5DFAD8-E443-4F53-9341-A0903BBBD378}" destId="{23D06E36-F688-4B37-8BB8-73015E665B0E}" srcOrd="0" destOrd="0" presId="urn:microsoft.com/office/officeart/2005/8/layout/hList1"/>
    <dgm:cxn modelId="{1729BE8C-E549-4486-BF20-CAB8911DA39D}" srcId="{DA5DFAD8-E443-4F53-9341-A0903BBBD378}" destId="{56291830-B830-4B6E-BBAA-170A8E49406D}" srcOrd="3" destOrd="0" parTransId="{9CB0C5BF-8531-4C42-96C5-6EC000302CB8}" sibTransId="{2ABE8774-5EAC-4F83-A39E-D4712513DF68}"/>
    <dgm:cxn modelId="{2B6A038E-3C91-42D9-B3A5-AB4E3787D5B4}" type="presOf" srcId="{A6DBFEBA-64E5-4CC9-ABBA-ADEE4968D163}" destId="{17CA1487-CDD9-4364-92F6-A11DBDAFE16C}" srcOrd="0" destOrd="3" presId="urn:microsoft.com/office/officeart/2005/8/layout/hList1"/>
    <dgm:cxn modelId="{898642A0-539B-4252-808D-BA81D0285202}" type="presOf" srcId="{56291830-B830-4B6E-BBAA-170A8E49406D}" destId="{EA81ED6A-A7EA-4137-A3DC-D16E79F1B938}" srcOrd="0" destOrd="3" presId="urn:microsoft.com/office/officeart/2005/8/layout/hList1"/>
    <dgm:cxn modelId="{4BF1EEA1-6E89-4F91-BAE8-11038685C515}" type="presOf" srcId="{4C8BFA56-3F75-4CAD-90A3-2F214D699322}" destId="{17CA1487-CDD9-4364-92F6-A11DBDAFE16C}" srcOrd="0" destOrd="0" presId="urn:microsoft.com/office/officeart/2005/8/layout/hList1"/>
    <dgm:cxn modelId="{10A631AD-EB36-40F0-BD2E-A0EBBD45C959}" srcId="{ABA77F75-8642-4931-8D7E-BE6C6DB9940D}" destId="{23E0A536-4991-4714-A018-688425F73767}" srcOrd="2" destOrd="0" parTransId="{AAE1CE08-CE71-40CC-8A82-401B41308ED5}" sibTransId="{2F9EFFCE-D9DF-4912-AA7D-289D8D292EE5}"/>
    <dgm:cxn modelId="{5F12E8B9-000C-441B-B9E7-99ED7A20363B}" type="presOf" srcId="{6857B86A-DEC1-407C-A1BB-5BF9ACCBCA6A}" destId="{F0C1B2C7-0B23-4FE8-AB0F-5877B88532DB}" srcOrd="0" destOrd="0" presId="urn:microsoft.com/office/officeart/2005/8/layout/hList1"/>
    <dgm:cxn modelId="{CB83A4C1-E6AE-47A3-ADB5-44F6FE1BC8EF}" type="presOf" srcId="{23E0A536-4991-4714-A018-688425F73767}" destId="{E4FD5043-5612-43C5-B6AE-CCD431549399}" srcOrd="0" destOrd="2" presId="urn:microsoft.com/office/officeart/2005/8/layout/hList1"/>
    <dgm:cxn modelId="{0073D4C3-F488-4F79-B637-186FAECF6BAD}" srcId="{CF9FC193-7A05-4631-B681-B56EAB543D38}" destId="{DA5DFAD8-E443-4F53-9341-A0903BBBD378}" srcOrd="2" destOrd="0" parTransId="{F6012B3B-01B0-4E7C-A363-0177B95D3DD8}" sibTransId="{76D9F54E-47B3-4FE0-B465-AD673964072E}"/>
    <dgm:cxn modelId="{4E21C5D3-FA97-4E62-8CC9-01B68E76021E}" type="presOf" srcId="{ABA77F75-8642-4931-8D7E-BE6C6DB9940D}" destId="{055A5EAB-EAE0-4501-8649-31F112FF9AD5}" srcOrd="0" destOrd="0" presId="urn:microsoft.com/office/officeart/2005/8/layout/hList1"/>
    <dgm:cxn modelId="{4CD5FCDD-1F8A-43A3-BD77-CBE3B3864C41}" srcId="{6857B86A-DEC1-407C-A1BB-5BF9ACCBCA6A}" destId="{4C8BFA56-3F75-4CAD-90A3-2F214D699322}" srcOrd="0" destOrd="0" parTransId="{9A6E3B20-A734-4412-84CF-0134D93D4B28}" sibTransId="{7B50916F-B8BA-427F-B9F0-A301E54D7FB3}"/>
    <dgm:cxn modelId="{58D887E9-04DA-4285-827F-DA6F12BD080E}" type="presOf" srcId="{611C3B18-07F8-4A66-9682-97E24AEF6014}" destId="{E4FD5043-5612-43C5-B6AE-CCD431549399}" srcOrd="0" destOrd="0" presId="urn:microsoft.com/office/officeart/2005/8/layout/hList1"/>
    <dgm:cxn modelId="{D959B3EA-A66A-4B40-901C-93ECD4985A93}" srcId="{CF9FC193-7A05-4631-B681-B56EAB543D38}" destId="{ABA77F75-8642-4931-8D7E-BE6C6DB9940D}" srcOrd="1" destOrd="0" parTransId="{FCF9AE1B-B22B-4F91-BFD8-DDBBF762F128}" sibTransId="{1A095211-ADB0-42CA-9F24-F1BC942872F3}"/>
    <dgm:cxn modelId="{818750F4-E9FB-4827-9E35-99D888A5478A}" type="presOf" srcId="{F997DC63-82E2-4E7D-9857-48AB67F39B58}" destId="{EA81ED6A-A7EA-4137-A3DC-D16E79F1B938}" srcOrd="0" destOrd="2" presId="urn:microsoft.com/office/officeart/2005/8/layout/hList1"/>
    <dgm:cxn modelId="{CFFC17F6-F888-42C9-A4B1-BA1073426C02}" srcId="{6857B86A-DEC1-407C-A1BB-5BF9ACCBCA6A}" destId="{B0EAD205-4452-44EB-AB55-01F508A49BE0}" srcOrd="1" destOrd="0" parTransId="{05375F1E-398F-474F-BB18-57C62EEE08FF}" sibTransId="{9D95FF34-FB7F-458F-B1AC-102133CB902D}"/>
    <dgm:cxn modelId="{765D4AFC-C3A4-4F8B-A000-988DC6C44800}" type="presOf" srcId="{6EE89B4E-BAED-4A90-B29D-70AF11256801}" destId="{EA81ED6A-A7EA-4137-A3DC-D16E79F1B938}" srcOrd="0" destOrd="0" presId="urn:microsoft.com/office/officeart/2005/8/layout/hList1"/>
    <dgm:cxn modelId="{1F4D79B9-0A03-4486-BB92-D4BA991ED70D}" type="presParOf" srcId="{DE3F77CF-6A8C-4783-A2CE-00E88C4199CB}" destId="{4E69B62D-7E76-4E06-9330-583771E53BDE}" srcOrd="0" destOrd="0" presId="urn:microsoft.com/office/officeart/2005/8/layout/hList1"/>
    <dgm:cxn modelId="{EFFE150E-7CB3-4A38-AC57-820444F8E7BA}" type="presParOf" srcId="{4E69B62D-7E76-4E06-9330-583771E53BDE}" destId="{F0C1B2C7-0B23-4FE8-AB0F-5877B88532DB}" srcOrd="0" destOrd="0" presId="urn:microsoft.com/office/officeart/2005/8/layout/hList1"/>
    <dgm:cxn modelId="{332F5817-5A55-4FC1-BA35-DBB23A0AD13C}" type="presParOf" srcId="{4E69B62D-7E76-4E06-9330-583771E53BDE}" destId="{17CA1487-CDD9-4364-92F6-A11DBDAFE16C}" srcOrd="1" destOrd="0" presId="urn:microsoft.com/office/officeart/2005/8/layout/hList1"/>
    <dgm:cxn modelId="{697E9D8E-F51C-4123-B62B-291815C4E7C1}" type="presParOf" srcId="{DE3F77CF-6A8C-4783-A2CE-00E88C4199CB}" destId="{3FA24A66-31D3-4A69-B628-8BE88627B97D}" srcOrd="1" destOrd="0" presId="urn:microsoft.com/office/officeart/2005/8/layout/hList1"/>
    <dgm:cxn modelId="{A09CCE6C-77C7-4B5A-B9DA-7E705F8B286E}" type="presParOf" srcId="{DE3F77CF-6A8C-4783-A2CE-00E88C4199CB}" destId="{3B158D6E-E3AA-49BB-988A-758B59ED8F3B}" srcOrd="2" destOrd="0" presId="urn:microsoft.com/office/officeart/2005/8/layout/hList1"/>
    <dgm:cxn modelId="{817F5423-5421-4F7E-968E-B3D3A624058B}" type="presParOf" srcId="{3B158D6E-E3AA-49BB-988A-758B59ED8F3B}" destId="{055A5EAB-EAE0-4501-8649-31F112FF9AD5}" srcOrd="0" destOrd="0" presId="urn:microsoft.com/office/officeart/2005/8/layout/hList1"/>
    <dgm:cxn modelId="{63113D3E-83F3-4A52-BAD6-246138FEC15C}" type="presParOf" srcId="{3B158D6E-E3AA-49BB-988A-758B59ED8F3B}" destId="{E4FD5043-5612-43C5-B6AE-CCD431549399}" srcOrd="1" destOrd="0" presId="urn:microsoft.com/office/officeart/2005/8/layout/hList1"/>
    <dgm:cxn modelId="{6DF49720-E4F0-4625-B768-1FADCBFE92E0}" type="presParOf" srcId="{DE3F77CF-6A8C-4783-A2CE-00E88C4199CB}" destId="{3E20F600-AFBC-427F-8295-F096F694BC17}" srcOrd="3" destOrd="0" presId="urn:microsoft.com/office/officeart/2005/8/layout/hList1"/>
    <dgm:cxn modelId="{C0F7FF12-72ED-4C65-8A42-67FCEE3903CF}" type="presParOf" srcId="{DE3F77CF-6A8C-4783-A2CE-00E88C4199CB}" destId="{173DA3A6-F783-42D4-9ED8-FD330979BCEA}" srcOrd="4" destOrd="0" presId="urn:microsoft.com/office/officeart/2005/8/layout/hList1"/>
    <dgm:cxn modelId="{67AEDA95-4E81-49EB-9136-C42824BC288A}" type="presParOf" srcId="{173DA3A6-F783-42D4-9ED8-FD330979BCEA}" destId="{23D06E36-F688-4B37-8BB8-73015E665B0E}" srcOrd="0" destOrd="0" presId="urn:microsoft.com/office/officeart/2005/8/layout/hList1"/>
    <dgm:cxn modelId="{190091E1-69E5-482F-89E9-B5A6338D6BCD}" type="presParOf" srcId="{173DA3A6-F783-42D4-9ED8-FD330979BCEA}" destId="{EA81ED6A-A7EA-4137-A3DC-D16E79F1B93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1B2C7-0B23-4FE8-AB0F-5877B88532DB}">
      <dsp:nvSpPr>
        <dsp:cNvPr id="0" name=""/>
        <dsp:cNvSpPr/>
      </dsp:nvSpPr>
      <dsp:spPr>
        <a:xfrm>
          <a:off x="0" y="0"/>
          <a:ext cx="3447370" cy="10032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System Architecture</a:t>
          </a:r>
        </a:p>
      </dsp:txBody>
      <dsp:txXfrm>
        <a:off x="0" y="0"/>
        <a:ext cx="3447370" cy="1003213"/>
      </dsp:txXfrm>
    </dsp:sp>
    <dsp:sp modelId="{17CA1487-CDD9-4364-92F6-A11DBDAFE16C}">
      <dsp:nvSpPr>
        <dsp:cNvPr id="0" name=""/>
        <dsp:cNvSpPr/>
      </dsp:nvSpPr>
      <dsp:spPr>
        <a:xfrm>
          <a:off x="3535" y="1018384"/>
          <a:ext cx="3447370" cy="34586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Sensors → ESP32 → Cloud Server → Web Dashboard</a:t>
          </a:r>
          <a:endParaRPr lang="en-US" sz="3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US" sz="3200" kern="1200" dirty="0"/>
            <a:t>Data flows securely using IoT protocols.</a:t>
          </a:r>
        </a:p>
      </dsp:txBody>
      <dsp:txXfrm>
        <a:off x="3535" y="1018384"/>
        <a:ext cx="3447370" cy="3458699"/>
      </dsp:txXfrm>
    </dsp:sp>
    <dsp:sp modelId="{055A5EAB-EAE0-4501-8649-31F112FF9AD5}">
      <dsp:nvSpPr>
        <dsp:cNvPr id="0" name=""/>
        <dsp:cNvSpPr/>
      </dsp:nvSpPr>
      <dsp:spPr>
        <a:xfrm>
          <a:off x="3933537" y="15171"/>
          <a:ext cx="3447370" cy="10032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Hardware</a:t>
          </a:r>
        </a:p>
      </dsp:txBody>
      <dsp:txXfrm>
        <a:off x="3933537" y="15171"/>
        <a:ext cx="3447370" cy="1003213"/>
      </dsp:txXfrm>
    </dsp:sp>
    <dsp:sp modelId="{E4FD5043-5612-43C5-B6AE-CCD431549399}">
      <dsp:nvSpPr>
        <dsp:cNvPr id="0" name=""/>
        <dsp:cNvSpPr/>
      </dsp:nvSpPr>
      <dsp:spPr>
        <a:xfrm>
          <a:off x="3933537" y="1018384"/>
          <a:ext cx="3447370" cy="34586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ESP32 / Arduino</a:t>
          </a:r>
          <a:endParaRPr lang="en-US" sz="3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IN" sz="3200" kern="1200" dirty="0"/>
            <a:t>Sensors: DHT11, MQ135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IN" sz="3200" kern="1200" dirty="0"/>
            <a:t>Power Supply</a:t>
          </a:r>
        </a:p>
      </dsp:txBody>
      <dsp:txXfrm>
        <a:off x="3933537" y="1018384"/>
        <a:ext cx="3447370" cy="3458699"/>
      </dsp:txXfrm>
    </dsp:sp>
    <dsp:sp modelId="{23D06E36-F688-4B37-8BB8-73015E665B0E}">
      <dsp:nvSpPr>
        <dsp:cNvPr id="0" name=""/>
        <dsp:cNvSpPr/>
      </dsp:nvSpPr>
      <dsp:spPr>
        <a:xfrm>
          <a:off x="7863539" y="15171"/>
          <a:ext cx="3447370" cy="10032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Software</a:t>
          </a:r>
        </a:p>
      </dsp:txBody>
      <dsp:txXfrm>
        <a:off x="7863539" y="15171"/>
        <a:ext cx="3447370" cy="1003213"/>
      </dsp:txXfrm>
    </dsp:sp>
    <dsp:sp modelId="{EA81ED6A-A7EA-4137-A3DC-D16E79F1B938}">
      <dsp:nvSpPr>
        <dsp:cNvPr id="0" name=""/>
        <dsp:cNvSpPr/>
      </dsp:nvSpPr>
      <dsp:spPr>
        <a:xfrm>
          <a:off x="7863539" y="1018384"/>
          <a:ext cx="3447370" cy="34586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 dirty="0"/>
            <a:t>Arduino IDE</a:t>
          </a:r>
          <a:endParaRPr lang="en-US" sz="2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IN" sz="2800" kern="1200"/>
            <a:t>Cloud: Firebase / AWS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IN" sz="2800" kern="1200"/>
            <a:t>Web: HTML, CSS, JavaScript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n-IN" sz="2800" kern="1200" dirty="0"/>
            <a:t>Database: Cloud DB</a:t>
          </a:r>
        </a:p>
      </dsp:txBody>
      <dsp:txXfrm>
        <a:off x="7863539" y="1018384"/>
        <a:ext cx="3447370" cy="34586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1B2C7-0B23-4FE8-AB0F-5877B88532DB}">
      <dsp:nvSpPr>
        <dsp:cNvPr id="0" name=""/>
        <dsp:cNvSpPr/>
      </dsp:nvSpPr>
      <dsp:spPr>
        <a:xfrm>
          <a:off x="0" y="0"/>
          <a:ext cx="3447370" cy="950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Features</a:t>
          </a:r>
        </a:p>
      </dsp:txBody>
      <dsp:txXfrm>
        <a:off x="0" y="0"/>
        <a:ext cx="3447370" cy="950400"/>
      </dsp:txXfrm>
    </dsp:sp>
    <dsp:sp modelId="{17CA1487-CDD9-4364-92F6-A11DBDAFE16C}">
      <dsp:nvSpPr>
        <dsp:cNvPr id="0" name=""/>
        <dsp:cNvSpPr/>
      </dsp:nvSpPr>
      <dsp:spPr>
        <a:xfrm>
          <a:off x="3535" y="954920"/>
          <a:ext cx="3447370" cy="35328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Graphs and charts</a:t>
          </a:r>
          <a:endParaRPr lang="en-US" sz="3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Real-time updates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Alert system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User authentication</a:t>
          </a:r>
        </a:p>
      </dsp:txBody>
      <dsp:txXfrm>
        <a:off x="3535" y="954920"/>
        <a:ext cx="3447370" cy="3532815"/>
      </dsp:txXfrm>
    </dsp:sp>
    <dsp:sp modelId="{055A5EAB-EAE0-4501-8649-31F112FF9AD5}">
      <dsp:nvSpPr>
        <dsp:cNvPr id="0" name=""/>
        <dsp:cNvSpPr/>
      </dsp:nvSpPr>
      <dsp:spPr>
        <a:xfrm>
          <a:off x="3933537" y="4520"/>
          <a:ext cx="3447370" cy="950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Principle</a:t>
          </a:r>
        </a:p>
      </dsp:txBody>
      <dsp:txXfrm>
        <a:off x="3933537" y="4520"/>
        <a:ext cx="3447370" cy="950400"/>
      </dsp:txXfrm>
    </dsp:sp>
    <dsp:sp modelId="{E4FD5043-5612-43C5-B6AE-CCD431549399}">
      <dsp:nvSpPr>
        <dsp:cNvPr id="0" name=""/>
        <dsp:cNvSpPr/>
      </dsp:nvSpPr>
      <dsp:spPr>
        <a:xfrm>
          <a:off x="3933537" y="954920"/>
          <a:ext cx="3447370" cy="35328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 dirty="0"/>
            <a:t>Sensors collect data.</a:t>
          </a:r>
          <a:endParaRPr lang="en-US" sz="2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 dirty="0"/>
            <a:t>Data sent to cloud via Wi-Fi.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 dirty="0"/>
            <a:t>Dashboard displays live data.</a:t>
          </a:r>
        </a:p>
      </dsp:txBody>
      <dsp:txXfrm>
        <a:off x="3933537" y="954920"/>
        <a:ext cx="3447370" cy="3532815"/>
      </dsp:txXfrm>
    </dsp:sp>
    <dsp:sp modelId="{23D06E36-F688-4B37-8BB8-73015E665B0E}">
      <dsp:nvSpPr>
        <dsp:cNvPr id="0" name=""/>
        <dsp:cNvSpPr/>
      </dsp:nvSpPr>
      <dsp:spPr>
        <a:xfrm>
          <a:off x="7863539" y="4520"/>
          <a:ext cx="3447370" cy="950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Applications</a:t>
          </a:r>
        </a:p>
      </dsp:txBody>
      <dsp:txXfrm>
        <a:off x="7863539" y="4520"/>
        <a:ext cx="3447370" cy="950400"/>
      </dsp:txXfrm>
    </dsp:sp>
    <dsp:sp modelId="{EA81ED6A-A7EA-4137-A3DC-D16E79F1B938}">
      <dsp:nvSpPr>
        <dsp:cNvPr id="0" name=""/>
        <dsp:cNvSpPr/>
      </dsp:nvSpPr>
      <dsp:spPr>
        <a:xfrm>
          <a:off x="7863539" y="954920"/>
          <a:ext cx="3447370" cy="35328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300" kern="1200" dirty="0"/>
            <a:t>Air quality monitoring</a:t>
          </a:r>
          <a:endParaRPr lang="en-US" sz="33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300" kern="1200"/>
            <a:t>Smart parking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300" kern="1200"/>
            <a:t>Waste management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300" kern="1200" dirty="0"/>
            <a:t>Traffic control</a:t>
          </a:r>
        </a:p>
      </dsp:txBody>
      <dsp:txXfrm>
        <a:off x="7863539" y="954920"/>
        <a:ext cx="3447370" cy="3532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dirty="0"/>
              <a:t>IoT-Based Smart City Dashboard</a:t>
            </a:r>
            <a:br>
              <a:rPr lang="en-IN" sz="5400" dirty="0"/>
            </a:br>
            <a:endParaRPr lang="en-US" sz="5400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2652006"/>
          </a:xfrm>
        </p:spPr>
        <p:txBody>
          <a:bodyPr>
            <a:normAutofit/>
          </a:bodyPr>
          <a:lstStyle/>
          <a:p>
            <a:r>
              <a:rPr lang="en-US" sz="2400" dirty="0"/>
              <a:t>Department: CSE</a:t>
            </a:r>
          </a:p>
          <a:p>
            <a:r>
              <a:rPr lang="en-US" sz="2400" dirty="0"/>
              <a:t>Sona College of Technology</a:t>
            </a:r>
          </a:p>
          <a:p>
            <a:r>
              <a:rPr lang="en-US" sz="2400" dirty="0"/>
              <a:t>Academic Year: 2025–26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0EBDB-B78B-E3C4-937B-F31971F8BC91}"/>
              </a:ext>
            </a:extLst>
          </p:cNvPr>
          <p:cNvSpPr txBox="1"/>
          <p:nvPr/>
        </p:nvSpPr>
        <p:spPr>
          <a:xfrm>
            <a:off x="7168445" y="6115286"/>
            <a:ext cx="8489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Submitted by: INNOVATORS SQUAD</a:t>
            </a: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Introduction</a:t>
            </a:r>
            <a:br>
              <a:rPr lang="en-IN" sz="4400" dirty="0"/>
            </a:b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9EAD5A-0D33-4D21-6D0D-9220F01DA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Smart cities use IoT and software systems to improve urban living.</a:t>
            </a:r>
          </a:p>
          <a:p>
            <a:r>
              <a:rPr lang="en-US" sz="3600" dirty="0"/>
              <a:t>Dashboards help visualize real-time data for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Problem Statement</a:t>
            </a:r>
            <a:br>
              <a:rPr lang="en-IN" sz="4400" dirty="0"/>
            </a:b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City data is scattered across departments.</a:t>
            </a:r>
          </a:p>
          <a:p>
            <a:r>
              <a:rPr lang="en-US" sz="3600" dirty="0"/>
              <a:t>Manual monitoring is inefficient.</a:t>
            </a:r>
          </a:p>
          <a:p>
            <a:r>
              <a:rPr lang="en-US" sz="3600" dirty="0"/>
              <a:t>Lack of centralized software platforms.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DB305A-F777-B041-4750-A635F4B0C96A}"/>
              </a:ext>
            </a:extLst>
          </p:cNvPr>
          <p:cNvSpPr txBox="1"/>
          <p:nvPr/>
        </p:nvSpPr>
        <p:spPr>
          <a:xfrm>
            <a:off x="1312332" y="707156"/>
            <a:ext cx="7730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PROPOSED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50E97-68E2-F352-0305-38C8662B99D9}"/>
              </a:ext>
            </a:extLst>
          </p:cNvPr>
          <p:cNvSpPr txBox="1"/>
          <p:nvPr/>
        </p:nvSpPr>
        <p:spPr>
          <a:xfrm>
            <a:off x="1312332" y="2302471"/>
            <a:ext cx="90508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IoT-based centralized smart city dashboard.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Real-time data visualization.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Cloud-based and scalable system.</a:t>
            </a:r>
          </a:p>
        </p:txBody>
      </p:sp>
    </p:spTree>
    <p:extLst>
      <p:ext uri="{BB962C8B-B14F-4D97-AF65-F5344CB8AC3E}">
        <p14:creationId xmlns:p14="http://schemas.microsoft.com/office/powerpoint/2010/main" val="1433946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3A86A1-9762-B7D3-1DEB-62F07D3C8054}"/>
              </a:ext>
            </a:extLst>
          </p:cNvPr>
          <p:cNvSpPr txBox="1"/>
          <p:nvPr/>
        </p:nvSpPr>
        <p:spPr>
          <a:xfrm>
            <a:off x="1854200" y="503955"/>
            <a:ext cx="61016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8BF3C-2B73-3C61-5FF4-437446F248A8}"/>
              </a:ext>
            </a:extLst>
          </p:cNvPr>
          <p:cNvSpPr txBox="1"/>
          <p:nvPr/>
        </p:nvSpPr>
        <p:spPr>
          <a:xfrm>
            <a:off x="1854199" y="2405713"/>
            <a:ext cx="92314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Collect real-time data using IoT.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Store and process data in cloud.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Visualize data using web dashboard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5714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COMPONENTS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2FA989-6B7C-488C-85ED-CB8D01BA3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4114332"/>
              </p:ext>
            </p:extLst>
          </p:nvPr>
        </p:nvGraphicFramePr>
        <p:xfrm>
          <a:off x="477061" y="1871331"/>
          <a:ext cx="11314446" cy="4492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25E9-CF05-DB03-6000-4CF996E7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1F878-0537-B79B-E738-AD8938275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DASHBOARD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ECAFEF-4846-EE3D-17BC-B2D79F308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6916891"/>
              </p:ext>
            </p:extLst>
          </p:nvPr>
        </p:nvGraphicFramePr>
        <p:xfrm>
          <a:off x="477061" y="1871331"/>
          <a:ext cx="11314446" cy="4492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4862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Advantages          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8905701" cy="3541714"/>
          </a:xfrm>
        </p:spPr>
        <p:txBody>
          <a:bodyPr>
            <a:normAutofit/>
          </a:bodyPr>
          <a:lstStyle/>
          <a:p>
            <a:r>
              <a:rPr lang="en-US" sz="3200" dirty="0"/>
              <a:t>Centralized system</a:t>
            </a:r>
          </a:p>
          <a:p>
            <a:r>
              <a:rPr lang="en-US" sz="3200" dirty="0"/>
              <a:t>Software-driven solution</a:t>
            </a:r>
          </a:p>
          <a:p>
            <a:r>
              <a:rPr lang="en-US" sz="3200" dirty="0"/>
              <a:t>Scalable architecture</a:t>
            </a:r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B7B7B-7D76-4749-8BC0-1A579CBD0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0367" y="1658143"/>
            <a:ext cx="4875211" cy="3541714"/>
          </a:xfrm>
        </p:spPr>
        <p:txBody>
          <a:bodyPr anchor="ctr"/>
          <a:lstStyle/>
          <a:p>
            <a:r>
              <a:rPr lang="en-IN" sz="2800" dirty="0"/>
              <a:t>AI-based analytics</a:t>
            </a:r>
          </a:p>
          <a:p>
            <a:r>
              <a:rPr lang="en-IN" sz="2800" dirty="0"/>
              <a:t>Mobile app integration</a:t>
            </a:r>
          </a:p>
          <a:p>
            <a:r>
              <a:rPr lang="en-IN" sz="2800" dirty="0"/>
              <a:t>Big data analysis</a:t>
            </a:r>
          </a:p>
          <a:p>
            <a:pPr marL="0" indent="0" algn="ctr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Smart city dashboards enhance city management.</a:t>
            </a:r>
          </a:p>
          <a:p>
            <a:r>
              <a:rPr lang="en-US" sz="3600" dirty="0"/>
              <a:t>CSE-based software solutions enable scalability.</a:t>
            </a:r>
          </a:p>
          <a:p>
            <a:pPr marL="0" indent="0" algn="ctr">
              <a:buNone/>
            </a:pPr>
            <a:endParaRPr lang="en-US" sz="7200" dirty="0"/>
          </a:p>
          <a:p>
            <a:pPr lvl="1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8CF820-4789-6EE1-B997-9EC448C344E3}"/>
              </a:ext>
            </a:extLst>
          </p:cNvPr>
          <p:cNvSpPr txBox="1"/>
          <p:nvPr/>
        </p:nvSpPr>
        <p:spPr>
          <a:xfrm>
            <a:off x="2223908" y="2517423"/>
            <a:ext cx="81054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/>
              <a:t>THANK YOU 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68895-BF59-7070-8423-560A75001135}"/>
              </a:ext>
            </a:extLst>
          </p:cNvPr>
          <p:cNvSpPr txBox="1"/>
          <p:nvPr/>
        </p:nvSpPr>
        <p:spPr>
          <a:xfrm>
            <a:off x="7213600" y="5452533"/>
            <a:ext cx="46907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BY:</a:t>
            </a:r>
          </a:p>
          <a:p>
            <a:r>
              <a:rPr lang="en-IN" sz="3600" dirty="0"/>
              <a:t>   INNOVATORS SQUAD</a:t>
            </a:r>
          </a:p>
        </p:txBody>
      </p:sp>
    </p:spTree>
    <p:extLst>
      <p:ext uri="{BB962C8B-B14F-4D97-AF65-F5344CB8AC3E}">
        <p14:creationId xmlns:p14="http://schemas.microsoft.com/office/powerpoint/2010/main" val="19802127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47</TotalTime>
  <Words>227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Rockwell</vt:lpstr>
      <vt:lpstr>Tahoma</vt:lpstr>
      <vt:lpstr>Tw Cen MT</vt:lpstr>
      <vt:lpstr>Wingdings</vt:lpstr>
      <vt:lpstr>Circuit</vt:lpstr>
      <vt:lpstr>IoT-Based Smart City Dashboard </vt:lpstr>
      <vt:lpstr>Introduction </vt:lpstr>
      <vt:lpstr>Problem Statement </vt:lpstr>
      <vt:lpstr>PowerPoint Presentation</vt:lpstr>
      <vt:lpstr>PowerPoint Presentation</vt:lpstr>
      <vt:lpstr>COMPONENTS </vt:lpstr>
      <vt:lpstr>DASHBOARD </vt:lpstr>
      <vt:lpstr>Advantages           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Varnikashree K P</dc:creator>
  <cp:lastModifiedBy>Varnikashree K P</cp:lastModifiedBy>
  <cp:revision>1</cp:revision>
  <dcterms:created xsi:type="dcterms:W3CDTF">2026-02-09T15:49:39Z</dcterms:created>
  <dcterms:modified xsi:type="dcterms:W3CDTF">2026-02-09T16:37:26Z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